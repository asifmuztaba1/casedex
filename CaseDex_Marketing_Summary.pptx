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CaseDex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Strategy &amp; Launch Plan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Market Entry  |  April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Budget: Under BDT 50,000/month  |  Goal: 100 Paying Customers in 6 Months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737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legal sector is massively underserved by technology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164592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645920"/>
            <a:ext cx="548640" cy="548640"/>
          </a:xfrm>
          <a:prstGeom prst="ellipse">
            <a:avLst/>
          </a:prstGeom>
          <a:solidFill>
            <a:srgbClr val="0D737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7556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500K+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Advocates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06040" y="1463040"/>
            <a:ext cx="1920240" cy="164592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645920"/>
            <a:ext cx="548640" cy="548640"/>
          </a:xfrm>
          <a:prstGeom prst="ellipse">
            <a:avLst/>
          </a:prstGeom>
          <a:solidFill>
            <a:srgbClr val="0D737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7556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060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60604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1463040"/>
            <a:ext cx="1920240" cy="164592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94960" y="1645920"/>
            <a:ext cx="548640" cy="548640"/>
          </a:xfrm>
          <a:prstGeom prst="ellipse">
            <a:avLst/>
          </a:prstGeom>
          <a:solidFill>
            <a:srgbClr val="0D737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7556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475488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Legal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Solutions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03720" y="1463040"/>
            <a:ext cx="1920240" cy="164592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43800" y="1645920"/>
            <a:ext cx="548640" cy="548640"/>
          </a:xfrm>
          <a:prstGeom prst="ellipse">
            <a:avLst/>
          </a:prstGeom>
          <a:solidFill>
            <a:srgbClr val="0D737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7556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690372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Most lawyers still use paper diaries, WhatsApp groups, and Excel sheets. No local competitor exists.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3152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Segments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advocates (Supreme Court area)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94360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3152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law firms (2-10 lawyers)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94360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3152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court advocates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94360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Priority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822960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"Never miss a hearing again. Your entire practice, organized in one place."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103120"/>
            <a:ext cx="54864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031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Advocates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1031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hearing dates, lost case notes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21031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digital diary that never forgets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17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3017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coordination between team members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3017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workspace for your whole team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931920"/>
            <a:ext cx="54864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319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Chambers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931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lost when lawyers leave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39319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memory that stays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 Starter BDT 1,900/mo  |  Professional BDT 4,900/mo  |  Chambers BDT 9,900/mo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Budget: BDT 50,000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Marketing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Ads, groups, video content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 (BDT 17,500)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371600"/>
            <a:ext cx="54864" cy="13716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373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Association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6928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Seminars, co-branded offers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6692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 (BDT 7,500)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832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Program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37160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Lawyer-to-lawyer rewards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37160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 (BDT 7,500)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solidFill>
            <a:srgbClr val="F8FAF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3017520"/>
            <a:ext cx="54864" cy="13716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832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6928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Content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6928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Blog, Bengali content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66928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 (BDT 7,500)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20%: LinkedIn (10%) + Events (10%)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Launch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097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waitlist signups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10972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page, Facebook page, demo videos, bar association outreach, FB ads launch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57400"/>
            <a:ext cx="54864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057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trials, 10 paid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20574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event, "Founding Member" discount, intensive ad burst, personal onboarding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3-4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017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paying customers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30175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program, expand to Chittagong/Rajshahi, case studies, WhatsApp support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CE7F3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977640"/>
            <a:ext cx="54864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77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5-6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3977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paying customers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39776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sales hire, YouTube channel, legal news partnerships, court partnerships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MRR at Month 6: BDT 4,00,000+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&amp; Targets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097280"/>
            <a:ext cx="256032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1097280"/>
            <a:ext cx="146304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097280"/>
            <a:ext cx="146304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097280"/>
            <a:ext cx="146304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1554480"/>
            <a:ext cx="256032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Signups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1554480"/>
            <a:ext cx="146304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1554480"/>
            <a:ext cx="146304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1554480"/>
            <a:ext cx="146304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2011680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Customers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0" y="2011680"/>
            <a:ext cx="1463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2011680"/>
            <a:ext cx="1463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2011680"/>
            <a:ext cx="1463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97280" y="2468880"/>
            <a:ext cx="256032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(BDT)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0" y="2468880"/>
            <a:ext cx="146304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0" y="2468880"/>
            <a:ext cx="146304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1,50,000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0" y="2468880"/>
            <a:ext cx="146304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4,00,000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97280" y="2926080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 Followers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0" y="2926080"/>
            <a:ext cx="1463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0" y="2926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120640" y="2926080"/>
            <a:ext cx="1463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2926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0" y="2926080"/>
            <a:ext cx="1463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0" y="2926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97280" y="3383280"/>
            <a:ext cx="256032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45" name="Text 43"/>
          <p:cNvSpPr/>
          <p:nvPr/>
        </p:nvSpPr>
        <p:spPr>
          <a:xfrm>
            <a:off x="109728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0" y="3383280"/>
            <a:ext cx="146304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120640" y="3383280"/>
            <a:ext cx="146304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49" name="Text 47"/>
          <p:cNvSpPr/>
          <p:nvPr/>
        </p:nvSpPr>
        <p:spPr>
          <a:xfrm>
            <a:off x="512064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&lt;8%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583680" y="3383280"/>
            <a:ext cx="146304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097280" y="4114800"/>
            <a:ext cx="6949440" cy="731520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53" name="Text 51"/>
          <p:cNvSpPr/>
          <p:nvPr/>
        </p:nvSpPr>
        <p:spPr>
          <a:xfrm>
            <a:off x="1097280" y="41148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 Target: BDT 4,00,000 MRR  =  ~BDT 48 Lakh Annual Run Rate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Team &amp; Budget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Hires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Exec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BDT 12-15K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Writer (BN+EN)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2011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BDT 8-10K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Editor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BDT 3-5K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3108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BDT 8-10K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4114800" cy="4572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Sales Rep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BDT 10-12K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Budget Split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46320" y="1463040"/>
            <a:ext cx="3840480" cy="384048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463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Ads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1463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BDT 17,500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1920240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19202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1920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BDT 5,000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377440"/>
            <a:ext cx="3840480" cy="384048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2377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SEO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2377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BDT 7,500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834640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834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Association Events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2834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BDT 7,500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291840"/>
            <a:ext cx="3840480" cy="384048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Rewards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3291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BDT 7,500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3749040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3749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Miscellaneous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3749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BDT 5,000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4251960"/>
            <a:ext cx="3840480" cy="4114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4251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BDT 50,000/month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cost (BDT 25-35K) additional  |  Total operating: ~BDT 75-85K/month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Wins: Start This Week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cost nothing and take a few hours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411480" cy="41148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CaseDex Facebook page and LinkedIn company page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411480" cy="41148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10 lawyer contacts and ask for 15-minute feedback calls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 60-second screen recording of the hearing reminder feature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Bengali post targeting advocates still using paper diaries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411480" cy="41148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023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 Google Form waitlist and share in 3-5 lawyer Facebook groups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737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CaseDex Marketing Strategy - Bangladesh</dc:title>
  <dc:subject>PptxGenJS Presentation</dc:subject>
  <dc:creator>CaseDex</dc:creator>
  <cp:lastModifiedBy>CaseDex</cp:lastModifiedBy>
  <cp:revision>1</cp:revision>
  <dcterms:created xsi:type="dcterms:W3CDTF">2026-04-06T21:53:36Z</dcterms:created>
  <dcterms:modified xsi:type="dcterms:W3CDTF">2026-04-06T21:53:36Z</dcterms:modified>
</cp:coreProperties>
</file>